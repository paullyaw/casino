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61" r:id="rId4"/>
    <p:sldId id="258" r:id="rId5"/>
    <p:sldId id="262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7816-D28B-4037-B0F6-16ED5358469B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290D6-2189-4761-BA27-BE77F3EAF7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57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4290D6-2189-4761-BA27-BE77F3EAF72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948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8F7937B7-218A-402A-A7C8-7EE2712BE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377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14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434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4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93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15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30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71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31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8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47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845091D5-F087-4D54-AC73-D3FAF08B02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DA480-60BF-43AB-BFB4-BD6AE4769AFC}" type="datetimeFigureOut">
              <a:rPr lang="ru-RU" smtClean="0"/>
              <a:t>10.01.2023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8BDF0-F64A-4770-AB8B-CE6476C2BD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32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500" dirty="0" smtClean="0">
                <a:latin typeface="Muller ExtraBold" pitchFamily="2" charset="-52"/>
              </a:rPr>
              <a:t>Виртуальное казино</a:t>
            </a:r>
            <a:br>
              <a:rPr lang="ru-RU" sz="4500" dirty="0" smtClean="0">
                <a:latin typeface="Muller ExtraBold" pitchFamily="2" charset="-52"/>
              </a:rPr>
            </a:br>
            <a:r>
              <a:rPr lang="ru-RU" sz="4500" dirty="0" smtClean="0">
                <a:latin typeface="Muller ExtraBold" pitchFamily="2" charset="-52"/>
              </a:rPr>
              <a:t>«Пиковая Дама»</a:t>
            </a:r>
            <a:endParaRPr lang="ru-RU" sz="4500" dirty="0">
              <a:latin typeface="Muller ExtraBold" pitchFamily="2" charset="-5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5616" y="3717032"/>
            <a:ext cx="6858000" cy="1655762"/>
          </a:xfrm>
        </p:spPr>
        <p:txBody>
          <a:bodyPr>
            <a:normAutofit/>
          </a:bodyPr>
          <a:lstStyle/>
          <a:p>
            <a:r>
              <a:rPr lang="ru-RU" sz="2000" i="1" dirty="0" smtClean="0"/>
              <a:t>Авторы: Александр Смирнов, Арсений Якубовский, Митрохова </a:t>
            </a:r>
            <a:r>
              <a:rPr lang="ru-RU" sz="2000" i="1" dirty="0" smtClean="0"/>
              <a:t>Полина</a:t>
            </a:r>
            <a:endParaRPr lang="ru-RU" sz="2000" i="1" dirty="0"/>
          </a:p>
        </p:txBody>
      </p:sp>
    </p:spTree>
    <p:extLst>
      <p:ext uri="{BB962C8B-B14F-4D97-AF65-F5344CB8AC3E}">
        <p14:creationId xmlns:p14="http://schemas.microsoft.com/office/powerpoint/2010/main" val="398848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412776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Muller ExtraBold" pitchFamily="2" charset="-52"/>
              </a:rPr>
              <a:t>Описание идеи</a:t>
            </a:r>
            <a:endParaRPr lang="ru-RU" dirty="0">
              <a:latin typeface="Muller Extra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2420888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Данная </a:t>
            </a:r>
            <a:r>
              <a:rPr lang="ru-RU" sz="2400" dirty="0"/>
              <a:t>игра представляет собой виртуальное казино, в котором пользователь сможет поиграть во всеми известные игры по типу слотов, </a:t>
            </a:r>
            <a:r>
              <a:rPr lang="ru-RU" sz="2400" dirty="0" err="1"/>
              <a:t>блэкджэк</a:t>
            </a:r>
            <a:r>
              <a:rPr lang="ru-RU" sz="2400" dirty="0"/>
              <a:t> и т.д. Пользователю при первом входе в игру будет дана начальная сумма, дальше все зависит от него. Проиграет ли он все, или сорвет </a:t>
            </a:r>
            <a:r>
              <a:rPr lang="ru-RU" sz="2400" dirty="0" err="1"/>
              <a:t>джекпот</a:t>
            </a:r>
            <a:r>
              <a:rPr lang="ru-RU" sz="2400" dirty="0"/>
              <a:t>?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0549536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34076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Muller ExtraBold" pitchFamily="2" charset="-52"/>
              </a:rPr>
              <a:t>Реализация</a:t>
            </a:r>
            <a:endParaRPr lang="ru-RU" dirty="0">
              <a:latin typeface="Muller ExtraBold" pitchFamily="2" charset="-52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270892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Для реализации данного проекта </a:t>
            </a:r>
            <a:r>
              <a:rPr lang="ru-RU" dirty="0" smtClean="0"/>
              <a:t>были библиотеки</a:t>
            </a:r>
            <a:r>
              <a:rPr lang="ru-RU" dirty="0" smtClean="0"/>
              <a:t>: </a:t>
            </a:r>
            <a:r>
              <a:rPr lang="en-US" b="1" i="1" dirty="0" err="1" smtClean="0"/>
              <a:t>p</a:t>
            </a:r>
            <a:r>
              <a:rPr lang="en-US" b="1" i="1" dirty="0" err="1" smtClean="0"/>
              <a:t>ygame</a:t>
            </a:r>
            <a:r>
              <a:rPr lang="en-US" b="1" i="1" dirty="0" smtClean="0"/>
              <a:t>, random</a:t>
            </a:r>
            <a:r>
              <a:rPr lang="en-US" b="1" i="1" dirty="0"/>
              <a:t>, </a:t>
            </a:r>
            <a:r>
              <a:rPr lang="en-US" b="1" i="1" dirty="0" smtClean="0"/>
              <a:t>sqlite3, socket, sys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19432187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886700" cy="1325563"/>
          </a:xfrm>
        </p:spPr>
        <p:txBody>
          <a:bodyPr/>
          <a:lstStyle/>
          <a:p>
            <a:r>
              <a:rPr lang="ru-RU" dirty="0">
                <a:latin typeface="Muller ExtraBold" pitchFamily="2" charset="-52"/>
              </a:rPr>
              <a:t>Реализация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3568" y="1628800"/>
            <a:ext cx="7848872" cy="223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Класс </a:t>
            </a:r>
            <a:r>
              <a:rPr lang="en-US" sz="2000" b="1" dirty="0" err="1" smtClean="0"/>
              <a:t>Enterance</a:t>
            </a:r>
            <a:r>
              <a:rPr lang="en-US" sz="2000" dirty="0" smtClean="0"/>
              <a:t>:</a:t>
            </a:r>
            <a:r>
              <a:rPr lang="ru-RU" sz="2000" dirty="0" smtClean="0"/>
              <a:t> окно входа и регистрации</a:t>
            </a:r>
          </a:p>
        </p:txBody>
      </p:sp>
      <p:pic>
        <p:nvPicPr>
          <p:cNvPr id="8" name="Объект 7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67744" y="4221088"/>
            <a:ext cx="3648584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09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886700" cy="1325563"/>
          </a:xfrm>
        </p:spPr>
        <p:txBody>
          <a:bodyPr/>
          <a:lstStyle/>
          <a:p>
            <a:r>
              <a:rPr lang="ru-RU" dirty="0">
                <a:latin typeface="Muller ExtraBold" pitchFamily="2" charset="-52"/>
              </a:rPr>
              <a:t>Реализация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3568" y="1628800"/>
            <a:ext cx="7848872" cy="2232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/>
              <a:t>Класс </a:t>
            </a:r>
            <a:r>
              <a:rPr lang="en-US" sz="2000" b="1" dirty="0" err="1" smtClean="0"/>
              <a:t>SlotMachine</a:t>
            </a:r>
            <a:r>
              <a:rPr lang="en-US" sz="2000" dirty="0" smtClean="0"/>
              <a:t>: </a:t>
            </a:r>
            <a:r>
              <a:rPr lang="ru-RU" sz="2000" dirty="0" smtClean="0"/>
              <a:t>игра Слоты</a:t>
            </a:r>
          </a:p>
        </p:txBody>
      </p:sp>
      <p:pic>
        <p:nvPicPr>
          <p:cNvPr id="9" name="Объект 8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7544" y="4005064"/>
            <a:ext cx="3886200" cy="2448272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4485774" y="4005064"/>
            <a:ext cx="375863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915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base.com-913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powerpointbase.com-913</Template>
  <TotalTime>87</TotalTime>
  <Words>96</Words>
  <Application>Microsoft Office PowerPoint</Application>
  <PresentationFormat>Экран (4:3)</PresentationFormat>
  <Paragraphs>11</Paragraphs>
  <Slides>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powerpointbase.com-913</vt:lpstr>
      <vt:lpstr>Виртуальное казино «Пиковая Дама»</vt:lpstr>
      <vt:lpstr>Описание идеи</vt:lpstr>
      <vt:lpstr>Реализация</vt:lpstr>
      <vt:lpstr>Реализация</vt:lpstr>
      <vt:lpstr>Реализация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Генератор логотипов</dc:title>
  <dc:creator>usermi</dc:creator>
  <cp:lastModifiedBy>usermi</cp:lastModifiedBy>
  <cp:revision>12</cp:revision>
  <dcterms:created xsi:type="dcterms:W3CDTF">2022-11-02T14:49:09Z</dcterms:created>
  <dcterms:modified xsi:type="dcterms:W3CDTF">2023-01-10T14:06:48Z</dcterms:modified>
</cp:coreProperties>
</file>